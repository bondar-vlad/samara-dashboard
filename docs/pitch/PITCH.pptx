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Спікер (0:00–0:25): Щороку держава вкладає десятки мільярдів у освіту, яка не конвертується в роботу за фахом — до 80% випускників. А права дитини на розвиток порушуються тихо, без сигналу. У 2027 реформа профілів зробить цей вибір ще дорожчим. Ми побудували систему, що ловить ризик заздалегідь.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Спікер (0:25–0:50): Челендж називає три болі: дані розірвані, реакція запізніла, раннього сигналу немає. Ми додаємо четвертий — у цього є грошова ціна. Саме її покажемо.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Спікер (0:50–1:15): Головна думка. Мисмеч профілю — не профорієнтаційна дрібниця. Це порушення права дитини на розвиток, яке ще й коштує державі грошей. Виявивши його рано, ми закриваємо обидва ризики одним рухом.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Спікер (1:15–1:45): Кожне відомство — окремий сервіс, вони обмінюються подіями, Analysis зводить усе в прапорці й дії. Це одразу закриває всі чотири напрями челенджу. І це не слайди — це працюючий бекенд, що стартує однією командою.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Спікер (1:45–2:10): Прапорці — це світлофор із чіткою дією на кожен колір. Найважливіше: червоний автоматично перетворюється на міжвідомче направлення й кейс у соцслужбах. Прибираємо головну причину реактивності — провал координації між відомствами.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Спікер (2:10–2:35): Наживо. Марія обрала математику, але дані показують філологію — система рекомендує правильний кластер і дає план. Олег з 20 пропусками — система сама відкриває кейс у соцслужбах. Усе наскрізно, одним скриптом.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Спікер (2:35–2:50): Навіть консервативний сценарій уперше розвертає криву «не за фахом» донизу. Кожен відсотковий пункт — це і гроші, і діти. Економіка й права тут — одне й те саме число.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Спікер (2:50–3:00): Просимо пілот і тестові дані. Обіцяємо: ранній сигнал по кожній дитині замість реакції на кризу. Дякую — готові показати в дії.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Моніторинг ризиків прав дитини — Challenge 1</dc:title>
  <dc:subject>PptxGenJS Presentation</dc:subject>
  <dc:creator>Команда Samara</dc:creator>
  <cp:lastModifiedBy>Команда Samara</cp:lastModifiedBy>
  <cp:revision>1</cp:revision>
  <dcterms:created xsi:type="dcterms:W3CDTF">2026-06-18T07:25:16Z</dcterms:created>
  <dcterms:modified xsi:type="dcterms:W3CDTF">2026-06-18T07:25:16Z</dcterms:modified>
</cp:coreProperties>
</file>