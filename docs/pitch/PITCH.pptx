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Привіт. Челендж — моніторинг ризиків прав дитини. Сьогодні держава реагує постфактум, коли право вже порушено. Ми побудували платформу, яка з'єднує реєстри й бачить ризик заздалегідь. І покажемо це на гострому, грошовому прикладі — реформі профільної освіти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Реформа 2027 — це момент, коли вибір профілю стає визначальним і коштовним. Якщо вибір помилковий, держава фінансує траєкторію, яка «не спрацює». Тому інструмент моніторингу потрібен саме зараз.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Перші три пункти — дослівно з челенджу. Четвертий — наш акцент: у фрагментованої, реактивної системи є цілком конкретна грошова ціна. Її ми зараз покажемо.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Ось і грошовий гачок. Десятки мільярдів гривень щороку йдуть на освіту, яка не конвертується в роботу за фахом. Профільна реформа без даних ризикує відтворити цю ж проблему — лише раніше, на рівні школи. Ми навмисно показуємо діапазони й джерела: перед державним журі чесність цифр важливіша за драму.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Головна думка пітчу. Мисмеч профілю — не «профорієнтаційна дрібниця», а порушення права дитини на розвиток, яке ще й коштує державі грошей. Один сигнал закриває обидва ризики.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Це не концепт-слайд — це працюючий бекенд. Кожне відомство — окремий сервіс, вони обмінюються подіями, а Analysis — мозок, що зводить усе в прапорці та дії.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Прямий маппінг. Жоден напрям челенджу не залишився на папері — під кожен є реальний код. Зліва — їхні слова, справа — наші артефакти.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Мікросервіси на чисту архітектуру. Важливо для журі: масштабованість закладена. Додати реєстр народжень чи медреєстр — це новий сервіс-продюсер, а не злам системи.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Челендж хоче траєкторію «від народження». Ми чесні: найглибше зробили шкільно-профільний сегмент, бо там реформа і там гроші. Але архітектура — це конвеєр подій, у який інші реєстри вмикаються природно.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Прапорці — це світлофор із чіткою політикою на кожен колір. Ядро детерміноване й покрите тестами, тож воно надійне й пояснюване — критично для державної системи, де рішення треба обґрунтовувати.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Це серце «по профілю не спрацьовує». Ми не вгадуємо — рахуємо по темах із згладжуванням, рекомендуємо кластер і ловимо розбіжність із бажанням дитини. Приклад Марії — у демо.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Виявити ризик мало — челендж хоче адресну відповідь. Ми даємо дитині конкретний план, а вишам і громадам — знеособлений попит для планування місць. Це і є проактивне втручання.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Тут закриваємо case management. Red автоматично перетворюється на направлення й кейс. Прибираємо «людський провал координації» між відомствами — головну причину реактивності.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Дашборд для управлінців — і одразу знімаємо головне заперечення журі: дані дітей. Рольовий доступ, територіальний скоуп, знеособлення попиту. Приватність вшита, а не пришита.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Це наш живий сценарій одним скриптом. Олег — відвідування. Марія — профільний мисмеч і повний маршрут виправлення. Медицина й булінг — міжвідомча ескалація в реальні кейси. За дві хвилини видно всю екосистему в дії.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Не обіцяємо чудес. Показуємо: будь-яке раннє наведення вперше розвертає криву вниз. Кожен пункт — це і гроші, і діти. Свідомо консервативно — щоб цифрам можна було вірити.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Чому нам можна довірити пілот. Це працюючий, тестований, масштабований бекенд, змодельований під реформу 2027 — а не презентація майбутнього.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Підсумок. Просимо пілот і тестові дані. Обіцяємо: ранній сигнал по кожній дитині замість реакції на кризу. Дякую — готові до запитань.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Спікер: Залишаємо контакти й пропонуємо запустити демо просто зараз.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Моніторинг ризиків прав дитини — Challenge 1</dc:title>
  <dc:subject>PptxGenJS Presentation</dc:subject>
  <dc:creator>Команда Samara</dc:creator>
  <cp:lastModifiedBy>Команда Samara</cp:lastModifiedBy>
  <cp:revision>1</cp:revision>
  <dcterms:created xsi:type="dcterms:W3CDTF">2026-06-18T07:02:40Z</dcterms:created>
  <dcterms:modified xsi:type="dcterms:W3CDTF">2026-06-18T07:02:40Z</dcterms:modified>
</cp:coreProperties>
</file>